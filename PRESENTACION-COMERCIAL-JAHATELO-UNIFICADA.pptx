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0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Jahatelo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Plataforma digital para visibilidad de moteles en Paraguay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7132320" cy="1097280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 visibilidad · Mas contactos · Mas ocupacion</a:t>
            </a:r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10312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El problema del mercado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3035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822DE2"/>
                </a:solidFill>
              </a:defRPr>
            </a:pPr>
            <a:r>
              <a:t>Hoy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Dependencia de boca a boca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Redes sin estrategia comercial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Baja visibilidad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0292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6565"/>
                </a:solidFill>
              </a:defRPr>
            </a:pPr>
            <a:r>
              <a:t>Impacto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Clientes que no encuentran el motel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Ocupacion irregular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Sin datos para mejorar ventas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0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La solucion Jahatelo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Un solo canal digital para captar y convertir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4747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B7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Web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Perfil profesional y SEO local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194560"/>
            <a:ext cx="34747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B7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App movil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Visibilidad inmediata para usuarios cercanos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194560"/>
            <a:ext cx="34747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B7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Mapa + contacto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Ruta, WhatsApp y llamada en 1 toque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Beneficios concretos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1206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Mas alcance local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920240"/>
            <a:ext cx="51206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Mejor presentacion visual del motel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51206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Reportes para tomar decisiones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931920"/>
            <a:ext cx="51206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Soporte y acompanamiento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Planes comerciales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3749039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22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822DE2"/>
                </a:solidFill>
              </a:defRPr>
            </a:pPr>
            <a:r>
              <a:t>BASICO</a:t>
            </a:r>
          </a:p>
          <a:p>
            <a:pPr algn="ctr">
              <a:defRPr b="1" sz="1600">
                <a:solidFill>
                  <a:srgbClr val="1F2937"/>
                </a:solidFill>
              </a:defRPr>
            </a:pPr>
            <a:r>
              <a:t>Gs. 330.000 / mes</a:t>
            </a:r>
          </a:p>
          <a:p/>
          <a:p>
            <a:pPr>
              <a:defRPr sz="1300">
                <a:solidFill>
                  <a:srgbClr val="1F2937"/>
                </a:solidFill>
              </a:defRPr>
            </a:pPr>
            <a:r>
              <a:t>• Hasta 3 fotos del establecimiento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1 foto por habitacion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1 promocion activa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Estadisticas basicas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828800"/>
            <a:ext cx="3749039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6C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6C90E"/>
                </a:solidFill>
              </a:defRPr>
            </a:pPr>
            <a:r>
              <a:t>GOLD</a:t>
            </a:r>
          </a:p>
          <a:p>
            <a:pPr algn="ctr">
              <a:defRPr b="1" sz="1600">
                <a:solidFill>
                  <a:srgbClr val="1F2937"/>
                </a:solidFill>
              </a:defRPr>
            </a:pPr>
            <a:r>
              <a:t>Gs. 660.000 / mes</a:t>
            </a:r>
          </a:p>
          <a:p/>
          <a:p>
            <a:pPr>
              <a:defRPr sz="1300">
                <a:solidFill>
                  <a:srgbClr val="1F2937"/>
                </a:solidFill>
              </a:defRPr>
            </a:pPr>
            <a:r>
              <a:t>• Todo lo de Basico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3 fotos por habitacion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Hasta 3 promociones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Dashboard avanzado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749039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00D4FF"/>
                </a:solidFill>
              </a:defRPr>
            </a:pPr>
            <a:r>
              <a:t>DIAMOND</a:t>
            </a:r>
          </a:p>
          <a:p>
            <a:pPr algn="ctr">
              <a:defRPr b="1" sz="1600">
                <a:solidFill>
                  <a:srgbClr val="1F2937"/>
                </a:solidFill>
              </a:defRPr>
            </a:pPr>
            <a:r>
              <a:t>Gs. 1.320.000 / mes</a:t>
            </a:r>
          </a:p>
          <a:p/>
          <a:p>
            <a:pPr>
              <a:defRPr sz="1300">
                <a:solidFill>
                  <a:srgbClr val="1F2937"/>
                </a:solidFill>
              </a:defRPr>
            </a:pPr>
            <a:r>
              <a:t>• Todo lo de Gold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Fotos ilimitadas por habitacion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Promociones ilimitadas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Maxima prioridad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Plan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Perfil completo del motel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Hasta 3 fotos del establecimiento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Habitaciones ilimitadas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1 foto por habitacion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1 promocion activa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Estadisticas basicas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Plan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Todo lo de Basico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3 fotos por habitacion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Hasta 3 promociones activas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Prioridad superior en visibilidad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Dashboard con estadisticas avanzadas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Plan Diamond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Todo lo de Gold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Fotos ilimitadas por habitacion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Promociones ilimitadas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Maxima prioridad de visibilidad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• Reportes avanzados y soporte prioritario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Comparativa visual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822D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Basico</a:t>
                      </a:r>
                    </a:p>
                  </a:txBody>
                  <a:tcPr>
                    <a:solidFill>
                      <a:srgbClr val="822D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822D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Diamond</a:t>
                      </a:r>
                    </a:p>
                  </a:txBody>
                  <a:tcPr>
                    <a:solidFill>
                      <a:srgbClr val="822D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Precio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Gs. 330.000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Gs. 660.000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Gs. 1.320.000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Fotos por habitacion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Ilimitadas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Promociones activas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Ilimitadas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Visibilidad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Maxima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Analiticas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Avanzadas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Avanzadas + prioridad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Soporte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Estandar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Estandar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Prioritario</a:t>
                      </a:r>
                    </a:p>
                  </a:txBody>
                  <a:tcPr>
                    <a:solidFill>
                      <a:srgbClr val="F3EE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0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Caso de retorno simple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Ejemplo conservador (estimacion)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051560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B7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Inversion mensual Gold: Gs. 660.000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Si el motel genera 2 a 3 clientes nuevos al mes por este canal,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la inversion puede cubrirse rapidamente segun ticket promedio.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Usar siempre como estimacion, sin promesa de resultado garantizado.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B7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Alta en 48 horas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4241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1. Registro inicial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104241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2. Verificacion comercial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04241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3. Carga de contenido (fotos, habitaciones, promos)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20640"/>
            <a:ext cx="104241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9E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4. Activacion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0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822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548640"/>
            <a:ext cx="182880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x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2367643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Jahatelo · Propuesta comercial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Empeza hoy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Agenda una demo de 20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10515600" cy="2560320"/>
          </a:xfrm>
          <a:prstGeom prst="rect">
            <a:avLst/>
          </a:prstGeom>
          <a:solidFill>
            <a:srgbClr val="822DE2"/>
          </a:solidFill>
          <a:ln>
            <a:solidFill>
              <a:srgbClr val="B78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Email: info@jahatelo.com</a:t>
            </a:r>
          </a:p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</a:defRPr>
            </a:pPr>
            <a:r>
              <a:t>WhatsApp: 0992 284 941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Web: www.jahatelo.com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